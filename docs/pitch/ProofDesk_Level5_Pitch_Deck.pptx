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a0e3a935eb4f76" /><Relationship Type="http://schemas.openxmlformats.org/officeDocument/2006/relationships/extended-properties" Target="/docProps/app.xml" Id="R954b099f06554b73" /><Relationship Type="http://schemas.openxmlformats.org/officeDocument/2006/relationships/officeDocument" Target="/ppt/presentation.xml" Id="R0d55971c862f4c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c0cbb781324f3e"/>
  </p:sldMasterIdLst>
  <p:notesMasterIdLst>
    <p:notesMasterId xmlns:r="http://schemas.openxmlformats.org/officeDocument/2006/relationships" r:id="R5980a414c4ce4093"/>
  </p:notesMasterIdLst>
  <p:sldIdLst>
    <p:sldId xmlns:r="http://schemas.openxmlformats.org/officeDocument/2006/relationships" id="256" r:id="Rf8485fbc943c408d"/>
    <p:sldId xmlns:r="http://schemas.openxmlformats.org/officeDocument/2006/relationships" id="257" r:id="Rac00b25c5bef483d"/>
    <p:sldId xmlns:r="http://schemas.openxmlformats.org/officeDocument/2006/relationships" id="258" r:id="Raed1a11ba22f4428"/>
    <p:sldId xmlns:r="http://schemas.openxmlformats.org/officeDocument/2006/relationships" id="259" r:id="Rdd55e0250a934cfa"/>
    <p:sldId xmlns:r="http://schemas.openxmlformats.org/officeDocument/2006/relationships" id="260" r:id="R1386fc142db549bd"/>
    <p:sldId xmlns:r="http://schemas.openxmlformats.org/officeDocument/2006/relationships" id="261" r:id="R66f62fd9c6a843d3"/>
    <p:sldId xmlns:r="http://schemas.openxmlformats.org/officeDocument/2006/relationships" id="262" r:id="R4dba7f4ca653434e"/>
    <p:sldId xmlns:r="http://schemas.openxmlformats.org/officeDocument/2006/relationships" id="263" r:id="Recfae80174be4633"/>
    <p:sldId xmlns:r="http://schemas.openxmlformats.org/officeDocument/2006/relationships" id="264" r:id="R12a428c82f284c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ee7da144d469b" /><Relationship Type="http://schemas.openxmlformats.org/officeDocument/2006/relationships/slideMaster" Target="/ppt/slideMasters/slideMaster1.xml" Id="R9ec0cbb781324f3e" /><Relationship Type="http://schemas.openxmlformats.org/officeDocument/2006/relationships/notesMaster" Target="/ppt/notesMasters/notesMaster1.xml" Id="R5980a414c4ce4093" /><Relationship Type="http://schemas.openxmlformats.org/officeDocument/2006/relationships/presProps" Target="/ppt/presProps.xml" Id="Ref3971ee012b4b2e" /><Relationship Type="http://schemas.openxmlformats.org/officeDocument/2006/relationships/tableStyles" Target="/ppt/tableStyles.xml" Id="R81692513913b4596" /><Relationship Type="http://schemas.openxmlformats.org/officeDocument/2006/relationships/slide" Target="/ppt/slides/slide1.xml" Id="Rf8485fbc943c408d" /><Relationship Type="http://schemas.openxmlformats.org/officeDocument/2006/relationships/slide" Target="/ppt/slides/slide2.xml" Id="Rac00b25c5bef483d" /><Relationship Type="http://schemas.openxmlformats.org/officeDocument/2006/relationships/slide" Target="/ppt/slides/slide3.xml" Id="Raed1a11ba22f4428" /><Relationship Type="http://schemas.openxmlformats.org/officeDocument/2006/relationships/slide" Target="/ppt/slides/slide4.xml" Id="Rdd55e0250a934cfa" /><Relationship Type="http://schemas.openxmlformats.org/officeDocument/2006/relationships/slide" Target="/ppt/slides/slide5.xml" Id="R1386fc142db549bd" /><Relationship Type="http://schemas.openxmlformats.org/officeDocument/2006/relationships/slide" Target="/ppt/slides/slide6.xml" Id="R66f62fd9c6a843d3" /><Relationship Type="http://schemas.openxmlformats.org/officeDocument/2006/relationships/slide" Target="/ppt/slides/slide7.xml" Id="R4dba7f4ca653434e" /><Relationship Type="http://schemas.openxmlformats.org/officeDocument/2006/relationships/slide" Target="/ppt/slides/slide8.xml" Id="Recfae80174be4633" /><Relationship Type="http://schemas.openxmlformats.org/officeDocument/2006/relationships/slide" Target="/ppt/slides/slide9.xml" Id="R12a428c82f284c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a72eaace5f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a52976173d476e" /><Relationship Type="http://schemas.openxmlformats.org/officeDocument/2006/relationships/notesMaster" Target="/ppt/notesMasters/notesMaster1.xml" Id="Rfc2af4d3891c47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ca811c3cfc4b5a" /><Relationship Type="http://schemas.openxmlformats.org/officeDocument/2006/relationships/notesMaster" Target="/ppt/notesMasters/notesMaster1.xml" Id="R1913f497ccab4b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6b25b961c74538" /><Relationship Type="http://schemas.openxmlformats.org/officeDocument/2006/relationships/notesMaster" Target="/ppt/notesMasters/notesMaster1.xml" Id="R28d2af27e589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bd69ea45744f1b" /><Relationship Type="http://schemas.openxmlformats.org/officeDocument/2006/relationships/notesMaster" Target="/ppt/notesMasters/notesMaster1.xml" Id="Rec41543e8cc347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623a89c960419d" /><Relationship Type="http://schemas.openxmlformats.org/officeDocument/2006/relationships/notesMaster" Target="/ppt/notesMasters/notesMaster1.xml" Id="R6642dfd7a3b84e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7031a7a2ba418e" /><Relationship Type="http://schemas.openxmlformats.org/officeDocument/2006/relationships/notesMaster" Target="/ppt/notesMasters/notesMaster1.xml" Id="Rafa492df101c4b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a08677a4974472" /><Relationship Type="http://schemas.openxmlformats.org/officeDocument/2006/relationships/notesMaster" Target="/ppt/notesMasters/notesMaster1.xml" Id="Rd4be687c9d8846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9e35b9c6854ca3" /><Relationship Type="http://schemas.openxmlformats.org/officeDocument/2006/relationships/notesMaster" Target="/ppt/notesMasters/notesMaster1.xml" Id="R684c4a87811144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2a8982fad148d7" /><Relationship Type="http://schemas.openxmlformats.org/officeDocument/2006/relationships/notesMaster" Target="/ppt/notesMasters/notesMaster1.xml" Id="Rabecdd5e82b2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482d31a6746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3ca0ecaf36428d" /><Relationship Type="http://schemas.openxmlformats.org/officeDocument/2006/relationships/slideLayout" Target="/ppt/slideLayouts/slideLayout1.xml" Id="R70221bd9024043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221bd9024043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1558a6d1c438b" /><Relationship Type="http://schemas.openxmlformats.org/officeDocument/2006/relationships/image" Target="/ppt/media/image.png" Id="R61d6af683fa34e97" /><Relationship Type="http://schemas.openxmlformats.org/officeDocument/2006/relationships/notesSlide" Target="/ppt/notesSlides/notesSlide1.xml" Id="Re6837d9b5adb46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d0496e9834158" /><Relationship Type="http://schemas.openxmlformats.org/officeDocument/2006/relationships/notesSlide" Target="/ppt/notesSlides/notesSlide2.xml" Id="R2ec5a77ad38040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e97a102b24fc9" /><Relationship Type="http://schemas.openxmlformats.org/officeDocument/2006/relationships/notesSlide" Target="/ppt/notesSlides/notesSlide3.xml" Id="R65b1edb8450644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0e63bc6bd4815" /><Relationship Type="http://schemas.openxmlformats.org/officeDocument/2006/relationships/image" Target="/ppt/media/image2.png" Id="Rfb5c370d158a4ed8" /><Relationship Type="http://schemas.openxmlformats.org/officeDocument/2006/relationships/notesSlide" Target="/ppt/notesSlides/notesSlide4.xml" Id="R05f0a1ed6dc04e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af7acb9a54152" /><Relationship Type="http://schemas.openxmlformats.org/officeDocument/2006/relationships/notesSlide" Target="/ppt/notesSlides/notesSlide5.xml" Id="R9934e777dbf54a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1aab072b3441b" /><Relationship Type="http://schemas.openxmlformats.org/officeDocument/2006/relationships/notesSlide" Target="/ppt/notesSlides/notesSlide6.xml" Id="R846ecfa931e246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ce9eb88f34c80" /><Relationship Type="http://schemas.openxmlformats.org/officeDocument/2006/relationships/notesSlide" Target="/ppt/notesSlides/notesSlide7.xml" Id="R655edc0013d647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f2d782d5640f1" /><Relationship Type="http://schemas.openxmlformats.org/officeDocument/2006/relationships/notesSlide" Target="/ppt/notesSlides/notesSlide8.xml" Id="R3abf21fe842e41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6c1d1a18845f2" /><Relationship Type="http://schemas.openxmlformats.org/officeDocument/2006/relationships/notesSlide" Target="/ppt/notesSlides/notesSlide9.xml" Id="R7e76727c825740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2EEAB-6E87-4868-A3A6-92B0FBF4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A098D-922D-4B63-8A33-A182053A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ProofDesk Stellar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4A210-8417-43F9-A6A2-B5FB864A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19300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Private proof, public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8BB0D-A881-442B-8A50-B2E97760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8615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Soroban dApp for creating, revoking, and verifying document fingerprints on Stellar Testnet without uploading private document content.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29C32-8158-452C-B041-3DF564C4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6af683fa34e97"/>
          <a:srcRect xmlns:a="http://schemas.openxmlformats.org/drawingml/2006/main" l="0" t="16638" r="0" b="166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876300"/>
            <a:ext cx="512445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BD2F5-10F2-422D-B8F7-3F24F7B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Level 5 Blue Belt submission pack • August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4FC09-2D8B-4646-9CE2-F5297DA1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Live MVP + growth evidence workflow + pitch/demo assets</a:t>
            </a:r>
          </a:p>
        </p:txBody>
      </p:sp>
    </p:spTree>
    <p:extLst>
      <p:ext uri="{BB962C8B-B14F-4D97-AF65-F5344CB8AC3E}">
        <p14:creationId xmlns:p14="http://schemas.microsoft.com/office/powerpoint/2010/main" val="1473986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586A7-46F3-4A8E-AF80-ECB6A20E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Teams need document trust without exposing the document.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EE702-DE29-44D6-948B-3429EDFF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Certificates, agreements, invoices, and completion records often need proof that a document existed and stayed unchanged. Uploading the original file creates unnecessary privacy and custody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A521A-20E4-4F4E-BF99-F27B8BBE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8547D-1712-4249-8D90-C7F02F2C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340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7E58F-FB37-445F-86E3-DD701EAA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6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pain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F40B7-B34B-4B3F-A79B-C84352BB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62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Verification is scattered across screenshots, emails, manual signatures, and file uploads. Reviewers trust the channel more than the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E1117-8C42-41BB-8874-943B50DC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43250"/>
            <a:ext cx="55340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5C317-D7EF-45C4-B9F0-6B7039B4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90900"/>
            <a:ext cx="496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Better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73DBE-FF91-4B65-9D69-1C55F0B2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019550"/>
            <a:ext cx="4962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wallet-owned on-chain fingerprint gives a public yes/no answer while the private document remains on the user's device.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E024B-7A6C-4093-866D-FD541B64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19700"/>
            <a:ext cx="1045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Privacy-first verification turns a document into evidence without turning the document into stored data.</a:t>
            </a:r>
          </a:p>
        </p:txBody>
      </p:sp>
    </p:spTree>
    <p:extLst>
      <p:ext uri="{BB962C8B-B14F-4D97-AF65-F5344CB8AC3E}">
        <p14:creationId xmlns:p14="http://schemas.microsoft.com/office/powerpoint/2010/main" val="1980373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BC5D6-161D-468C-8C97-12469DB6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ProofDesk anchors only the fingerprint, then lets anyone verify it.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14EC2-12B9-4275-B01B-6FEA8D93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product keeps the original text local, hashes it in the browser, and records the proof hash with owner wallet, title, timestamp, and active/revoked status in Soroban.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60577-E6F0-4C03-908A-49C7744C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37D88-9CF6-4505-87DD-8C3A35E4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FF962-C2DF-4D85-9B35-12CED6D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237AA-EF02-4039-AE08-3F7930CE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D45FD-9D9B-4255-A6D5-A32A98B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Tester connects Freighter on Stellar Testnet.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2732B-8642-43B9-9221-7CAD989C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995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79DF8-1579-41EB-8ABA-3353EE30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8E483-31D6-4EE2-9BC3-570D3693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Fingerprint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B3CE0-5E1C-49FC-BE9C-8F6E2597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910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Browser creates a SHA-256 hash locally.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03630-14EA-4C63-83BE-A481E12B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0995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54E2B-CF50-4FA7-A337-B7CBE207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624C6-F998-41CC-9802-0ACC46A0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Anchor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B1377-69B4-48BD-8171-B978B77A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Owner signs a Soroban create_proof transaction.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6AD63-4BEE-409B-AD79-1478DD00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F9195-1812-4370-BDBB-A5F3B27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D9C8D-7602-439C-ABF9-76EB3691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148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814F0-EC97-4B53-83BE-E105EBAB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910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Anyone checks owner + hash + active status.</a:t>
            </a:r>
          </a:p>
        </p:txBody>
      </p:sp>
    </p:spTree>
    <p:extLst>
      <p:ext uri="{BB962C8B-B14F-4D97-AF65-F5344CB8AC3E}">
        <p14:creationId xmlns:p14="http://schemas.microsoft.com/office/powerpoint/2010/main" val="1999128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CDD4B-9974-4602-B7D0-50B7BC21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MVP already demonstrates the full user flow.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C10F8-63AE-4418-8DB9-20DD9287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Reviewers can test a live product path: connect wallet, generate a hash, save a proof, verify it, revoke it, and export validation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5253F-DB63-4F09-B955-A1ECCE2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c370d158a4ed8"/>
          <a:stretch xmlns:a="http://schemas.openxmlformats.org/drawingml/2006/main"/>
        </p:blipFill>
        <p:spPr>
          <a:xfrm xmlns:a="http://schemas.openxmlformats.org/drawingml/2006/main">
            <a:off x="2043268" y="2400300"/>
            <a:ext cx="428313" cy="3524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A673C-B645-42A6-A872-22D30395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E3BBA-9E14-4425-9CBC-855D8C0B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3076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87FEE-3E2B-45A5-9F88-2303A868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307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GitHub Pages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E204C-6667-45CC-A38C-7BBBF60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95800"/>
            <a:ext cx="30765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Vite frontend is deployed with the Testnet contract configured for reviewer testing.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6BB90-C632-458B-BBD1-2F0C675E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C2E9D-A90A-425C-96FB-CFA2D18C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3076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7D843-C61A-4CEB-BB26-3EB38BBF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307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Soroban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1F51E-044B-4BF0-934E-6EE42C18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95800"/>
            <a:ext cx="30765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create_proof, verify_proof, revoke_proof, counts, and proof metadata are available on-chain.</a:t>
            </a:r>
          </a:p>
        </p:txBody>
      </p:sp>
    </p:spTree>
    <p:extLst>
      <p:ext uri="{BB962C8B-B14F-4D97-AF65-F5344CB8AC3E}">
        <p14:creationId xmlns:p14="http://schemas.microsoft.com/office/powerpoint/2010/main" val="1666111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732CA6-8383-41EF-A1E8-D9C8D5F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architecture separates private content from public trust.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07E5F-2013-45EE-B7FA-77490074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Each layer has one responsibility: local hashing, wallet authorization, contract storage, and evidence collection for growth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47003-3782-43D0-A9D2-CE40C9DC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EBCA4-BD8B-4C87-A7CC-E114462F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74A91-E7FB-4FE8-8302-DFD9370C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622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36B5A-DBF0-4F24-A773-F7239C1C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4790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02818-DF46-48EF-A02F-DF44B897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622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5B98C-8F5A-40AC-AFF6-59F4F06C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479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8129D-6EA0-46EE-9C7B-6ECFB66F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6220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ProofDesk 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CEBD3-77C4-45E6-9F5C-38248A4B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479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36587-4266-4100-BDFA-C02819E4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622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Reviewer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B7F54-CD87-448A-B23E-5F2E9DB0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860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ECD76-7D8F-40F0-BD6A-7ECA5626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7813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BB9F0-52DE-423C-A565-A41D62F4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6860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E02DD-74ED-49A1-B528-6C065788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813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Local UX + hashing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CB068-7B13-42EC-90A2-8C853650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8605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47FF4-7CC3-4BAE-B56B-93083200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8130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React, Vite, TypeScript, SHA-256 in browser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9B2DF-C5EA-4629-AB09-3BB566CA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86050"/>
            <a:ext cx="2838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DCDC3-E120-4271-BE39-64AF4851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813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Live app screenshots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A9270-9C49-47AF-8F06-F7E2E9BF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623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974BC-D36F-4071-B397-C7E1E495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575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Wallet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7B201-4EF8-48CF-A6EE-040FF2D4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6230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04FF9-CE6D-4F97-B7F1-191054D8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User ownership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83B4D-9B25-4963-A836-385FC6A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623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1E1760-BB76-4771-ADE9-4A05649C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5755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Freighter Testnet connection and signing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14E5E-7745-40E4-8A18-8FF9CD34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62300"/>
            <a:ext cx="2838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119D6B-1CC9-4F8A-8711-CB02F8DE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575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Signed wallet interactions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B690D-422D-4DA7-8325-C78AFE02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385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6350F-92FE-4808-9C4A-88A5E9F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338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4C09AD-9A4A-406C-8CCB-D889E2D4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385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F5FA8B-61E7-4F50-9DA7-B8D2A7B9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7338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Durable proof 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5DBA7D-B54E-430E-A8C3-FCB65CE0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3855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190EF7-5651-4590-8506-610C5AEC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3380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Soroban proof record, counts, active/revoked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267B52-1722-4459-B58A-B11AF5A0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38550"/>
            <a:ext cx="2838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DDD99-D6D2-420D-AB60-3285085B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338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Stellar explorer links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CCDEF7-CEA2-4D38-ABE3-AB3801AC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164DFF-39F1-4856-9CCB-6CC742C3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100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AB095D-00A1-442A-BFEB-7AC16381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11480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1DB956-F20B-4DE4-BB8C-2737B6CF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2100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Growth proof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E68D1-237E-4BA3-9CA1-ABDA663F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1148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3C0096-5574-4249-900F-F8011764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1005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Analytics, feedback, monitoring, JSON/CSV export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D2A3CD-1AF5-433C-94A3-5B3E5C0B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114800"/>
            <a:ext cx="2838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5EDF47-8CD3-4D08-A721-9076026C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100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Level 5 workbook + README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F560B5-63E3-4888-9F8E-D461712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910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8FE4D6-0E92-4B7A-9709-A04CB5A4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6863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835250-A7D3-43DF-BDFF-06061332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5910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6D7C87-D851-4C28-B6E8-E87428CE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6863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Submission clarity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0A6A1F-D6AA-4E4D-B4DF-86B27D6A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59105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9AC9F9-B302-42EF-A2B1-3101CBD1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8630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Pitch deck, demo script, growth tracker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676F8D-3C89-4FC9-A49A-6A678D61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91050"/>
            <a:ext cx="2838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094FAD-A33A-4C14-AC04-A247258C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863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Repository-linked assets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D2FF92-D2D0-4846-9FA7-AD25086C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11410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9825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F5A30-7EB8-4AD5-AE82-250572EB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Level 5 turns the MVP into a measurable growth experiment.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06C04-602D-412A-87B1-1421856F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next monthly review should show real onboarding, real Testnet activity, and a feedback loop that changes the product instead of only describing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0762C-DE89-42FB-B2B6-4428CF09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3A631-EA71-4A97-B68E-6B987240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6BB9E-83CD-412F-A3CB-896F4F40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76600"/>
            <a:ext cx="3076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981CB-EBF1-490E-A943-E73A8141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00500"/>
            <a:ext cx="307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Signed Testnet wallets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4193E-B016-49E0-AFBD-F0D11363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95800"/>
            <a:ext cx="30765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create_proof or revoke_proof as the qualifying transaction activity for each tester.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B1E4F-7E55-4566-BE29-B5764F6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28950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19175-2234-4F96-8968-527302B7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76600"/>
            <a:ext cx="3076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56B75-D522-4214-A5F9-22B9D96C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000500"/>
            <a:ext cx="307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Feedback source of truth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A619E-B420-4E09-BE80-84C5F180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95800"/>
            <a:ext cx="30765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Google Form captures name, email, wallet, rating, transaction hash, use case, and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B09AD-0FC5-44BB-91A0-C607E180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2D37E-510A-4EF7-BF1A-CEEC6ED7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3076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exports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E116F-3FAA-4B14-AC06-A3347D6C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307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Submission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51870-FAC8-4F36-AA13-A477051C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95800"/>
            <a:ext cx="30765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app exports JSON/CSV while the workbook analyzes responses and improvement themes.</a:t>
            </a:r>
          </a:p>
        </p:txBody>
      </p:sp>
    </p:spTree>
    <p:extLst>
      <p:ext uri="{BB962C8B-B14F-4D97-AF65-F5344CB8AC3E}">
        <p14:creationId xmlns:p14="http://schemas.microsoft.com/office/powerpoint/2010/main" val="304758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90F29-A50E-415F-AA54-8DA9B636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Feedback now produces a visible product iteration trail.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85E09-BEA4-4D80-8910-563AD4B0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Level 5 update added signed-wallet progress tracking, email-backed feedback capture, and export formats aligned with the bootcamp submission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8B1B0-6566-4A7B-83EB-D91CC75A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FDB26-C295-4FD5-9563-583C79C4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55340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90004-7EF4-4FC5-92AF-EFB67F6B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6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FDC83-59F2-4E8A-8F83-3F2C4D7F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62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Validation UI was optimized for Level 4: 10 wallet interactions, feedback notes, and a JSON evidence snapshot.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51CD6-C0F6-4F4A-8A3C-B8D027E3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62300"/>
            <a:ext cx="55340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BCEF0-4BC7-45AA-ACA1-6A25A99F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09950"/>
            <a:ext cx="496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B146F-968A-4234-8C59-115AE6EF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038600"/>
            <a:ext cx="4962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Level 5 dashboard targets 50 signed wallets, captures tester email, and exports JSON plus CSV for analysis.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92D3C-C9C1-4660-9D08-95F48FA0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19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Improvement commit: c53d1762b97e2b492f5d79be0dde23a81d612ef5</a:t>
            </a:r>
          </a:p>
        </p:txBody>
      </p:sp>
    </p:spTree>
    <p:extLst>
      <p:ext uri="{BB962C8B-B14F-4D97-AF65-F5344CB8AC3E}">
        <p14:creationId xmlns:p14="http://schemas.microsoft.com/office/powerpoint/2010/main" val="244248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0CB518-F7C4-4C42-B282-D0B1F6B6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roadmap focuses on shareability, retention, and proof volume.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D8F47-F91F-4C7B-9503-DAE111A0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User feedback should decide sequencing, but the next phase is already scoped around features that make verification easier to repeat and share.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B3843-FF9E-432B-B34C-0DA8E73A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4AACF-929B-4ABD-9E73-1E1519EB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68BF7-3A47-45EB-A77D-B576B98A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622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F6241-DBBE-49E7-91E8-F12E1ECD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4790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7774C-9E3C-4BC0-8DE5-B9B7E38B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3622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Product improvement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01E07-FE0A-4970-B223-0C6B4324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4790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816F8-2242-4F45-A8F9-6F059811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6220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597E0-D3B8-4F77-909E-F5792222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247900"/>
            <a:ext cx="3124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D6668-3CA9-4A48-AB99-AA47246D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622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Evidence to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7330F-1408-4943-A410-2E3F01F2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860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F9C4A-20FA-4FCC-8933-CDB85EB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7813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B9367-ACFB-40BC-9DBA-F97F30A4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AB22B-78D5-4110-B44E-FE501DF5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7813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Shareable verification certificate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28096-0D9A-45B3-9EA8-A402D16D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8605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5FC2C-FF92-4207-9C17-D41A1007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8130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Reviewers can verify without re-entering every field.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9B769-55FC-494D-B2DB-DC80B38F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6860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7AD36-34ED-4765-AD48-336F0589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813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Feedback themes + demo friction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B502E-0C2C-4F91-BDAC-5A380CC0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623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E0FC7-1EAC-4BF7-8A5E-35C47E13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575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26483-89E6-451C-9331-344A1F6E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623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0C00F-B270-4178-BDC8-D41F26E7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575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Batch proof creation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53F03-00ED-4C57-8A76-9DE2E1A6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6230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3926E-0D7D-4612-B538-A7498544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25755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Power users can anchor multiple certificates or records.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43DA31-327F-4BCA-A8DA-997AA55B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6230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17A56-4840-4C6D-AF03-96A3EFCC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575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Repeated use-case requests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E7C4E4-510A-4F90-85F3-0440F8A9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38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B96AC0-12A4-4800-9299-7F542F43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338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EB0F6-D616-4107-A1D6-322A236D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385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673481-166B-47E9-A25A-3610F722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Proof history and saved hashes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40FFD-924C-4206-89C4-66E982B7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3855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EA2FB7-242C-43B2-9163-08085C73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73380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Testers can return after the first transaction.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70DCF8-9900-4C30-A3EA-292ADBB0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6385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316659-E92E-4BC0-BB20-B04FCD24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338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Retention signal from 50 users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854B43-7692-474E-AA60-87A8402F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B4B771-8ECD-492D-A0D1-FECD9C72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100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2E12CA-DBDE-4396-A8CE-7A463064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1148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425036-2F73-48B3-BF1A-E5FAB969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2100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Hosted analytics endpoint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3D33AA-3D1A-4C1C-B817-8E7F26EF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11480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06DBF0-76EB-4B2A-AED7-A1C612E2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21005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Submission evidence becomes easier to aggregate.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A0D313-224C-4B9D-8C6F-04DF0C33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11480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CE08E7-F426-4132-9E70-93FEEDB1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100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Export JSON/CSV comparison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B688E4-A2F7-46A4-A917-181C974E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910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FB09BF-0BEB-4D67-92FD-B8E036AF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6863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3FE2FC-A13D-4F28-AC2D-CECBA21C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910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D69A2F-1B4D-4D23-83C8-86F866B4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6863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Mainnet readiness checklist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C0B0B7-815C-41B5-AF96-FB33CD3A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59105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B1A5AA-5BFC-478E-91AA-4AD5B9F4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68630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product can graduate from testnet demo to real trust workflow.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3DA91C-E026-45F2-A2D2-2A8A1B7F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5910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F9BF7A-0C4B-48A2-83C5-9FFBBCE2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863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Security and stability results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EC27CD-2CE2-40D5-9BDE-CC613FB5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11410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61501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B240D1-C96F-4FDB-9F11-BE4F3F1E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Submission is strongest when every claim links to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292A9-0624-4C36-A9DA-AE7CB4BE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repository now contains the deck, feedback workbook, Level 5 tracker, demo script, and README sections. The only items that must be filled with real data are the Google Form URL, demo video URL, and 50-user transaction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DA48C-B7D2-459A-B595-625B117A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12621-7F39-410A-BD8D-9CF76448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51481-EA91-4CF3-AC87-374AE8B4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622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Checklist item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BE0A3-4798-4026-A821-4466E6CE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479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C59AD-7409-43ED-8CC7-0674EFCD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622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D5EBE-9D32-44AA-BA45-5308011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47900"/>
            <a:ext cx="502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FC31C-78AF-4A05-B81C-54C6B7D6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622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Where to 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4A4A1-1785-49BA-A1F7-B57970F9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860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2ECCA-CC2E-439A-A264-482F999A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7813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Public GitHub 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0C94B-4FB9-4005-99A0-95883AB5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860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4246F-86FC-4F89-86C4-8626C0C3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813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5A00D-F992-4E71-9E6F-4E42C9E1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8605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489D1-BC3A-4D0D-B03A-029850FB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813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README quick links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AE502-01B3-4094-9B4F-849FEA18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623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8E42B-0704-45BA-B10C-FA6E13D1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5755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deployed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05E85-12C2-4FF7-B234-2ECBE01D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E7045-A0B5-43AA-96FD-2432DB55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575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00DFA-CA64-48F3-91F9-83841B46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623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413FD-FC70-4D3C-AB01-3C58F037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5755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GitHub Pages URL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F7B09-4214-4C32-8702-6F98CDD5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385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67D74-BFB5-4DE5-9E1A-A486696B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338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Pitch deck / PPT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FBE19-9D61-4A47-B3CD-D9136691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385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77835-7573-4115-B02E-E99E505F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7338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82141F-7637-4EB9-BE9A-0FF38E0C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3855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2568D-A049-46A6-B91E-5C0643DF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7338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docs/pitch/ProofDesk_Level5_Pitch_Deck.pptx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0ECA3-0470-4318-BF10-40115CD7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9E8CA-2273-490F-9826-DC2FC5AA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1005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Feedback Excel export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2A97F-7843-4285-8682-EE0C046C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148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47A88-74DA-43D7-8EDE-187DA999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100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B319BA-307C-42C8-BDF2-19C6CDA9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1148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639AAB-114B-468D-BCDC-D51C2D5D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1005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docs/evidence/proofdesk-level5-user-feedback.xlsx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B8CA0B-C4C5-45FD-9FD9-74916B42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910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ABF672-76B1-41B8-A7FC-468E69AE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6863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Demo video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394B37-DCC3-4DDD-9366-ADDB4CC2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910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1C1238-5430-48E4-8BBE-435446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863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Needs recording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3F31AE-C1AA-4D11-A9D4-1431FF80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59105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C7D7D6-0EFA-482B-BF74-98857D4B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863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Paste final video URL in README + tracker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C8C06F-C971-48FE-95A8-4A5A4FB1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673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152183-AF97-4914-984F-22E49D81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6255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50+ users + transactions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7FDA06-9196-4EDB-9AD1-BE866096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0673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722D2C-014D-4406-8ED9-00C39B12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1625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Needs real testers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307665-328E-408D-B5B5-F4C6C2BD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0673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44BFA9-760A-4AE7-940F-0E8661D7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6255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Paste wallet and explorer links in tracker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947918-D193-4D2A-B427-BD51CDC6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435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A0B0D4-2015-4CF0-8387-ECDDBB7C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388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Analytics / transaction screenshots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5C33DD-F4DF-4DE6-AD7A-432189E2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5435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24A67E-39DD-406A-A3BD-C65EF958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388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Needs final capture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4210D7-0E32-48E9-8966-2A3B21F8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54355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647C69-8A22-4279-B593-1DD95F44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388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Add screenshots after tester cohort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1231FD-62CF-4D57-8920-2202DC3A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11410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8105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2026-08-14T12:33:40.8690000Z</dcterms:created>
  <dcterms:modified xsi:type="dcterms:W3CDTF">2026-08-14T12:33:40.8690000Z</dcterms:modified>
</coreProperties>
</file>